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Five slides, five minutes. We'll cover the loop, the tools, the one historical benchmark, and how human review matches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mental model. The loop is bounded, not autonomous — each turn is one action, verified, before the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 names here are placeholders. The point is the shape: the model never executes directly — it calls a tool that a runtime guards.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claim-01 (the 1.96% figure) is safety level A: supportable as historical fact, but only with date, dataset, and retrieval caveats. Do not let it read as a performance promise.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principle: the loop's safety is not a switch but a dial, turned per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Anatomy of Agentic Coding</dc:title>
  <dc:subject>PptxGenJS Presentation</dc:subject>
  <dc:creator>Created by Marp</dc:creator>
  <cp:lastModifiedBy>Created by Marp</cp:lastModifiedBy>
  <cp:revision>1</cp:revision>
  <dcterms:created xsi:type="dcterms:W3CDTF">2026-06-21T15:53:27Z</dcterms:created>
  <dcterms:modified xsi:type="dcterms:W3CDTF">2026-06-21T15:53:27Z</dcterms:modified>
</cp:coreProperties>
</file>