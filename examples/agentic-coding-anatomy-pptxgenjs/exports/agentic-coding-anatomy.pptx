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Five slides, five minutes. We will cover the loop, the tools, the one historical benchmark, and how human review matches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mental model. The loop is bounded, not autonomous — each turn is one action, verified, before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names here are placeholders. The point is the shape: the model never executes directly — it calls a tool that a runtime guards.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claim-01 (the 1.96% figure) is safety level A: supportable as historical fact, but only with date, dataset, and retrieval caveats. Do not let it read as a performance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principle: the loop’s safety is not a switch but a dial, turned per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Anatomy of Agentic Coding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agent structures its loop — and where the safety boundaries live.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→ Plan → Write → Verify — then repeat using execution feedback.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the agent loads repository context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Plan: it chooses the next bounded action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Write: it makes multi-file edits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it runs checks and reads the result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retry uses what the last attempt learned.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connect the model to the world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· commands · search · tests — the interface shown is illustrative.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is a named, permissioned capability the model can call.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shown names (read / edit / run / search) are illustrative, not a specific product’s API.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 is the contract: input in, result back, model decides the next step.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historical benchmark — read carefully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2023 Claude 2 + BM25 result on full SWE-bench is 1.96%.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SWE-bench paper, arXiv:2310.06770v1, Table 5.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Claude 2 with BM25 retrieval, full SWE-bench.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 a historical baseline.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NOT: SWE-bench Lite, a current leaderboard figure, or a measure of iterative-loop uplift.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can retry using feedback — that is qualitative, not a measured gain.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BOUNDARY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matches risk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needs boundaries — calibrated to consequence.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review to the action’s consequence, reversibility, and scope.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risky, irreversible, broad action needs a human; a safe, reversible, narrow one may not.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risk-based review, not “approve everything” or “approve nothing.”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Anatomy of Agentic Coding</dc:title>
  <dc:subject>PptxGenJS Presentation</dc:subject>
  <dc:creator>agentic-ppt-skills pipeline</dc:creator>
  <cp:lastModifiedBy>agentic-ppt-skills pipeline</cp:lastModifiedBy>
  <cp:revision>1</cp:revision>
  <dcterms:created xsi:type="dcterms:W3CDTF">2026-06-21T23:55:44Z</dcterms:created>
  <dcterms:modified xsi:type="dcterms:W3CDTF">2026-06-21T23:55:44Z</dcterms:modified>
</cp:coreProperties>
</file>